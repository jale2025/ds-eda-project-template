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9" r:id="rId3"/>
    <p:sldId id="270" r:id="rId4"/>
    <p:sldId id="271" r:id="rId5"/>
    <p:sldId id="273" r:id="rId6"/>
    <p:sldId id="280" r:id="rId7"/>
    <p:sldId id="272" r:id="rId8"/>
    <p:sldId id="274" r:id="rId9"/>
    <p:sldId id="276" r:id="rId10"/>
    <p:sldId id="275" r:id="rId11"/>
    <p:sldId id="277" r:id="rId12"/>
    <p:sldId id="278" r:id="rId13"/>
    <p:sldId id="279" r:id="rId14"/>
    <p:sldId id="281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BE7E5C-0441-0D0A-347C-09591A1E7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3AB1FC-4165-88C1-31D8-0947FC4F5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86C0AA-204E-EE85-170C-9B125CCA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ECE0FB-6650-861D-6C8E-45CAC5D7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3BAF91-A8DF-C7ED-73D4-B178C141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555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412DBC-3768-1750-1953-905B3AA7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197FB8-0ABC-1003-D4A2-100FB1EBF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20E3A1-7867-4E4A-1DB8-FE40458C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3A6B7C-E169-1FC5-2179-04ED3B9D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99655-9CDF-6C56-0AB4-52EA9EA5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87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BD5C2D-5936-8579-EFAC-3B3B2BF3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4DA667-4D81-9103-43D7-81985916B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72993B-0E14-BA27-4179-1951E55EF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74069D-C66A-33C1-52F7-C1CD8B86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0D9475-5B22-8269-28E8-6247B9E9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872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98582-A3D8-791E-4ED0-A770A989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8D2D55-187F-BD0E-90C8-A18EC15CA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54C567-D0CC-8434-D8C5-5F357C88B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56C031-3858-5E9F-2DF3-9E277B8E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35AF0B-9D74-7467-487B-EB1B0B56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9F8898-E347-51D6-0C1F-7C5AF5CB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117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CFFD1E-A898-A652-9075-3D1A56816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F5ADEE-A51D-9434-682C-924746AC7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5FB6F5-E3ED-0D9B-42D3-8A8D344C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3A5584-B1AB-CAD3-6A38-2C68FBA89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48AA8BB-5819-C089-0A6A-E7862A2AF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038C101-716A-6EEA-6B6C-6279FA03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CB4D97-6570-C1E4-BF04-434CF6C4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4456893-3256-B0DA-9A00-4E98506B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722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B2FE8-BFB0-8E7E-E372-191A6BF2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3BDE2D1-8B58-E18A-4C8E-7851BE8AF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5845F0-D5ED-7779-E158-818F8793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AB273A-4698-37B7-1417-0E802FB2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78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A6C605-CC12-34C7-9AA6-EAEAD7A0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85CE4B-42DA-F379-3579-F1282B60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AADCAB-D6A7-C39B-9495-099022C0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46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7B6AF-9D7F-D569-F409-FEDF6925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CA3F19-CA86-7CA2-48F1-59C34B29A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5E5245-DBFA-D78D-E826-F7FB85116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E36C61-0A6F-67D8-4736-BAB33C4C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BEFC25-BCE9-7889-9E38-07105A33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E9CF43-BA8E-204B-B59B-974FB8A1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456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D0806-DA1F-F233-6177-E3B93230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68C0902-8F66-7514-E3D9-5EBB323E8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CACF14-46BF-B812-B7E9-26FEC2ADE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F8A361-D0B0-7246-C000-D3990FE2F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896383-BBFC-719C-F430-922DB06F0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1DB1F4-6BB9-AE05-016D-C7E09A85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25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479035-D32A-1977-50DC-0C810E9B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09BD95-BC16-F2BD-2328-930A9ED5D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AC7943-0676-ABBF-27FB-26C28DE6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12EC34-7BC0-C03C-53BC-8599AB93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7573BE-D9BD-C183-AD66-D3A833D0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6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273488B-129B-A477-74FE-CDD2A9DBA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2428FA3-FFA5-EADA-9590-6BF92E3AD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E77140-832C-C9D0-6D58-0396796AD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20DA86-1B5A-53DE-ECAE-5B3662C5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191EBB-1926-6979-5672-F7CC75AF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903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0A59747-5B83-78EA-3DB0-5F58E215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9040D7-9170-FF87-D470-68EA8022D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5F90A0-6DE3-783A-3397-B444C999D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06FF8-02A3-4EB8-B363-E6B63A88208B}" type="datetimeFigureOut">
              <a:rPr lang="de-DE" smtClean="0"/>
              <a:t>06.03.2026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1997DC-44C2-30F2-F5E3-7B8F594CA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47CB22-2FAD-4468-AAE9-B25B3F171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14F3D-16B1-4D7D-ADC9-3FC678706E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601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C68F5-8500-A408-64BB-A825820C8E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King County Housing Data</a:t>
            </a:r>
            <a:br>
              <a:rPr lang="en-US" dirty="0"/>
            </a:br>
            <a:r>
              <a:rPr lang="en-US" dirty="0"/>
              <a:t>and Insights of customer</a:t>
            </a:r>
            <a:br>
              <a:rPr lang="en-US" dirty="0"/>
            </a:br>
            <a:r>
              <a:rPr lang="en-US" dirty="0"/>
              <a:t>services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92082A-9B6A-608C-A6EC-5E25B5F86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Group 5</a:t>
            </a:r>
          </a:p>
          <a:p>
            <a:r>
              <a:rPr lang="de-DE" dirty="0"/>
              <a:t>Niklas &amp; Jan</a:t>
            </a:r>
          </a:p>
        </p:txBody>
      </p:sp>
    </p:spTree>
    <p:extLst>
      <p:ext uri="{BB962C8B-B14F-4D97-AF65-F5344CB8AC3E}">
        <p14:creationId xmlns:p14="http://schemas.microsoft.com/office/powerpoint/2010/main" val="645187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95196-A310-913A-4500-942F2836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B7C6CA-5466-F6A5-5415-64E0DFA38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client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Data </a:t>
            </a:r>
            <a:r>
              <a:rPr lang="de-DE" dirty="0" err="1"/>
              <a:t>cleaning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Hypothesis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Recommendation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270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6CEE6-2629-FA1B-7E88-50E480B3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Nicole Johnson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14CFC0-0FE9-212A-88D7-8290278A6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Stakeholder: </a:t>
            </a:r>
            <a:r>
              <a:rPr lang="de-DE" dirty="0" err="1"/>
              <a:t>Buyer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Lively and </a:t>
            </a:r>
            <a:r>
              <a:rPr lang="de-DE" dirty="0" err="1"/>
              <a:t>central</a:t>
            </a:r>
            <a:r>
              <a:rPr lang="de-DE" dirty="0"/>
              <a:t> </a:t>
            </a:r>
            <a:r>
              <a:rPr lang="de-DE" dirty="0" err="1"/>
              <a:t>neighborhood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Mid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Buy </a:t>
            </a:r>
            <a:r>
              <a:rPr lang="de-DE" dirty="0" err="1"/>
              <a:t>within</a:t>
            </a:r>
            <a:r>
              <a:rPr lang="de-DE" dirty="0"/>
              <a:t> a </a:t>
            </a:r>
            <a:r>
              <a:rPr lang="de-DE" dirty="0" err="1"/>
              <a:t>year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629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F1070-B336-E9FC-3FE5-5E051400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6D588B-EFBE-26BF-435F-D53530670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King </a:t>
            </a:r>
            <a:r>
              <a:rPr lang="de-DE" dirty="0" err="1"/>
              <a:t>country</a:t>
            </a:r>
            <a:r>
              <a:rPr lang="de-DE" dirty="0"/>
              <a:t> </a:t>
            </a:r>
            <a:r>
              <a:rPr lang="de-DE" dirty="0" err="1"/>
              <a:t>house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Seattle</a:t>
            </a:r>
          </a:p>
          <a:p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tables</a:t>
            </a:r>
            <a:r>
              <a:rPr lang="de-DE" dirty="0"/>
              <a:t> </a:t>
            </a:r>
          </a:p>
          <a:p>
            <a:r>
              <a:rPr lang="de-DE" dirty="0"/>
              <a:t>King </a:t>
            </a:r>
            <a:r>
              <a:rPr lang="de-DE" dirty="0" err="1"/>
              <a:t>country</a:t>
            </a:r>
            <a:r>
              <a:rPr lang="de-DE" dirty="0"/>
              <a:t> </a:t>
            </a:r>
            <a:r>
              <a:rPr lang="de-DE" dirty="0" err="1"/>
              <a:t>house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de-DE" dirty="0"/>
          </a:p>
          <a:p>
            <a:pPr lvl="1"/>
            <a:r>
              <a:rPr lang="de-DE" dirty="0" err="1"/>
              <a:t>Contains</a:t>
            </a:r>
            <a:r>
              <a:rPr lang="de-DE" dirty="0"/>
              <a:t> 19 </a:t>
            </a:r>
            <a:r>
              <a:rPr lang="de-DE" dirty="0" err="1"/>
              <a:t>columns</a:t>
            </a:r>
            <a:r>
              <a:rPr lang="de-DE" dirty="0"/>
              <a:t> like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bathrooms</a:t>
            </a:r>
            <a:r>
              <a:rPr lang="de-DE" dirty="0"/>
              <a:t>, </a:t>
            </a:r>
            <a:r>
              <a:rPr lang="de-DE" dirty="0" err="1"/>
              <a:t>bedrooms</a:t>
            </a:r>
            <a:r>
              <a:rPr lang="de-DE" dirty="0"/>
              <a:t> and </a:t>
            </a:r>
            <a:r>
              <a:rPr lang="de-DE" dirty="0" err="1"/>
              <a:t>square</a:t>
            </a:r>
            <a:r>
              <a:rPr lang="de-DE" dirty="0"/>
              <a:t> </a:t>
            </a:r>
            <a:r>
              <a:rPr lang="de-DE" dirty="0" err="1"/>
              <a:t>meters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view</a:t>
            </a:r>
            <a:endParaRPr lang="de-DE" dirty="0"/>
          </a:p>
          <a:p>
            <a:pPr lvl="1"/>
            <a:r>
              <a:rPr lang="de-DE" dirty="0"/>
              <a:t>Raw </a:t>
            </a:r>
            <a:r>
              <a:rPr lang="de-DE" dirty="0" err="1"/>
              <a:t>data</a:t>
            </a:r>
            <a:r>
              <a:rPr lang="de-DE" dirty="0"/>
              <a:t>: 21420 </a:t>
            </a:r>
            <a:r>
              <a:rPr lang="de-DE" dirty="0" err="1"/>
              <a:t>rows</a:t>
            </a:r>
            <a:endParaRPr lang="de-DE" dirty="0"/>
          </a:p>
          <a:p>
            <a:r>
              <a:rPr lang="de-DE" dirty="0"/>
              <a:t>King </a:t>
            </a:r>
            <a:r>
              <a:rPr lang="de-DE" dirty="0" err="1"/>
              <a:t>country</a:t>
            </a:r>
            <a:r>
              <a:rPr lang="de-DE" dirty="0"/>
              <a:t> </a:t>
            </a:r>
            <a:r>
              <a:rPr lang="de-DE" dirty="0" err="1"/>
              <a:t>house</a:t>
            </a:r>
            <a:r>
              <a:rPr lang="de-DE" dirty="0"/>
              <a:t> </a:t>
            </a:r>
            <a:r>
              <a:rPr lang="de-DE" dirty="0" err="1"/>
              <a:t>sales</a:t>
            </a:r>
            <a:endParaRPr lang="de-DE" dirty="0"/>
          </a:p>
          <a:p>
            <a:pPr lvl="1"/>
            <a:r>
              <a:rPr lang="de-DE" dirty="0" err="1"/>
              <a:t>Contains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 </a:t>
            </a:r>
            <a:r>
              <a:rPr lang="de-DE" dirty="0" err="1"/>
              <a:t>id</a:t>
            </a:r>
            <a:r>
              <a:rPr lang="de-DE" dirty="0"/>
              <a:t>, </a:t>
            </a:r>
            <a:r>
              <a:rPr lang="de-DE" dirty="0" err="1"/>
              <a:t>house</a:t>
            </a:r>
            <a:r>
              <a:rPr lang="de-DE" dirty="0"/>
              <a:t> </a:t>
            </a:r>
            <a:r>
              <a:rPr lang="de-DE" dirty="0" err="1"/>
              <a:t>id</a:t>
            </a:r>
            <a:r>
              <a:rPr lang="de-DE" dirty="0"/>
              <a:t>, </a:t>
            </a:r>
            <a:r>
              <a:rPr lang="de-DE" dirty="0" err="1"/>
              <a:t>price</a:t>
            </a:r>
            <a:r>
              <a:rPr lang="de-DE" dirty="0"/>
              <a:t> and date</a:t>
            </a:r>
          </a:p>
          <a:p>
            <a:pPr lvl="1"/>
            <a:r>
              <a:rPr lang="de-DE" dirty="0"/>
              <a:t>Raw </a:t>
            </a:r>
            <a:r>
              <a:rPr lang="de-DE" dirty="0" err="1"/>
              <a:t>data</a:t>
            </a:r>
            <a:r>
              <a:rPr lang="de-DE" dirty="0"/>
              <a:t>: 21597 </a:t>
            </a:r>
            <a:r>
              <a:rPr lang="de-DE" dirty="0" err="1"/>
              <a:t>rows</a:t>
            </a:r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126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2FF620-B3DA-35B8-9695-B568C2639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central</a:t>
            </a:r>
            <a:r>
              <a:rPr lang="de-DE" dirty="0"/>
              <a:t> </a:t>
            </a:r>
            <a:r>
              <a:rPr lang="de-DE" dirty="0" err="1"/>
              <a:t>neighborhood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zip</a:t>
            </a:r>
            <a:r>
              <a:rPr lang="de-DE" dirty="0"/>
              <a:t> code</a:t>
            </a:r>
          </a:p>
        </p:txBody>
      </p:sp>
      <p:pic>
        <p:nvPicPr>
          <p:cNvPr id="6" name="Inhaltsplatzhalter 5" descr="Ein Bild, das Karte, Text, Atlas enthält.&#10;&#10;KI-generierte Inhalte können fehlerhaft sein.">
            <a:extLst>
              <a:ext uri="{FF2B5EF4-FFF2-40B4-BE49-F238E27FC236}">
                <a16:creationId xmlns:a16="http://schemas.microsoft.com/office/drawing/2014/main" id="{654A35F7-DFAE-9FD3-8C4C-CD9FEE1FAF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602" y="1825625"/>
            <a:ext cx="4576796" cy="4351338"/>
          </a:xfrm>
        </p:spPr>
      </p:pic>
      <p:pic>
        <p:nvPicPr>
          <p:cNvPr id="8" name="Inhaltsplatzhalter 7" descr="Ein Bild, das Karte, Text, Atlas enthält.&#10;&#10;KI-generierte Inhalte können fehlerhaft sein.">
            <a:extLst>
              <a:ext uri="{FF2B5EF4-FFF2-40B4-BE49-F238E27FC236}">
                <a16:creationId xmlns:a16="http://schemas.microsoft.com/office/drawing/2014/main" id="{B744FEC6-754C-9551-977C-A169719A59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02" y="1825625"/>
            <a:ext cx="4576796" cy="4351338"/>
          </a:xfrm>
        </p:spPr>
      </p:pic>
    </p:spTree>
    <p:extLst>
      <p:ext uri="{BB962C8B-B14F-4D97-AF65-F5344CB8AC3E}">
        <p14:creationId xmlns:p14="http://schemas.microsoft.com/office/powerpoint/2010/main" val="177291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82BCC7-0AB8-4CA6-C229-A19B93EE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cleaning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AA1631-52B1-E679-EB67-D0DCBF39A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4738" y="1452062"/>
            <a:ext cx="10512424" cy="823912"/>
          </a:xfrm>
        </p:spPr>
        <p:txBody>
          <a:bodyPr anchor="t"/>
          <a:lstStyle/>
          <a:p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central</a:t>
            </a:r>
            <a:r>
              <a:rPr lang="de-DE" dirty="0"/>
              <a:t> </a:t>
            </a:r>
            <a:r>
              <a:rPr lang="de-DE" dirty="0" err="1"/>
              <a:t>neighborhood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zip</a:t>
            </a:r>
            <a:r>
              <a:rPr lang="de-DE" dirty="0"/>
              <a:t> code</a:t>
            </a:r>
          </a:p>
        </p:txBody>
      </p:sp>
      <p:pic>
        <p:nvPicPr>
          <p:cNvPr id="16" name="Inhaltsplatzhalter 15" descr="Ein Bild, das Karte, Text, Atlas enthält.&#10;&#10;KI-generierte Inhalte können fehlerhaft sein.">
            <a:extLst>
              <a:ext uri="{FF2B5EF4-FFF2-40B4-BE49-F238E27FC236}">
                <a16:creationId xmlns:a16="http://schemas.microsoft.com/office/drawing/2014/main" id="{E0517977-1F6A-49B0-427C-5B5ADEC241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1" y="2133600"/>
            <a:ext cx="4973052" cy="4056063"/>
          </a:xfrm>
        </p:spPr>
      </p:pic>
      <p:pic>
        <p:nvPicPr>
          <p:cNvPr id="18" name="Inhaltsplatzhalter 17" descr="Ein Bild, das Karte, Text, Atlas enthält.&#10;&#10;KI-generierte Inhalte können fehlerhaft sein.">
            <a:extLst>
              <a:ext uri="{FF2B5EF4-FFF2-40B4-BE49-F238E27FC236}">
                <a16:creationId xmlns:a16="http://schemas.microsoft.com/office/drawing/2014/main" id="{7A496F8D-0048-13C9-59AC-C3C4E7EF584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337" y="2133600"/>
            <a:ext cx="4973052" cy="4056063"/>
          </a:xfrm>
        </p:spPr>
      </p:pic>
    </p:spTree>
    <p:extLst>
      <p:ext uri="{BB962C8B-B14F-4D97-AF65-F5344CB8AC3E}">
        <p14:creationId xmlns:p14="http://schemas.microsoft.com/office/powerpoint/2010/main" val="277938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67729-EC38-1EF1-D658-D3D51E94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E1F0A-64B5-D676-183D-FE6F20FDC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Hypothesis 1:</a:t>
            </a:r>
          </a:p>
          <a:p>
            <a:pPr marL="0" indent="0">
              <a:buNone/>
            </a:pPr>
            <a:r>
              <a:rPr lang="en-US" dirty="0"/>
              <a:t>The more square feet and/or square lot the location has the higher the price.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Hypothesis 2: </a:t>
            </a:r>
          </a:p>
          <a:p>
            <a:pPr marL="0" indent="0">
              <a:buNone/>
            </a:pPr>
            <a:r>
              <a:rPr lang="en-US" dirty="0"/>
              <a:t>There is at least one variable which has a bigger impact on the price than the others.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Hypothesis 3:</a:t>
            </a:r>
          </a:p>
          <a:p>
            <a:pPr marL="0" indent="0">
              <a:buNone/>
            </a:pPr>
            <a:r>
              <a:rPr lang="en-US" dirty="0"/>
              <a:t>The price for a house is lower in the first half of a year.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301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BF0CD-BE3D-9267-722D-D370E0B6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A329DF-91F2-3B97-379D-11E54873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r>
              <a:rPr lang="de-DE" dirty="0"/>
              <a:t>Hypothesis 1: </a:t>
            </a:r>
            <a:r>
              <a:rPr lang="en-US" dirty="0"/>
              <a:t>The more square feet and/or square lot the location has the higher the price.</a:t>
            </a:r>
          </a:p>
        </p:txBody>
      </p:sp>
      <p:pic>
        <p:nvPicPr>
          <p:cNvPr id="8" name="Inhaltsplatzhalter 7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7FF59A0F-3CAE-53E5-EB73-B6C986402F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2505075"/>
            <a:ext cx="7441114" cy="3684588"/>
          </a:xfrm>
        </p:spPr>
      </p:pic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EF6D4-262B-FB9C-93F4-5628A4093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82526" y="2505075"/>
            <a:ext cx="2772862" cy="3684588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875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BF0CD-BE3D-9267-722D-D370E0B6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A329DF-91F2-3B97-379D-11E54873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r>
              <a:rPr lang="de-DE" dirty="0"/>
              <a:t>Hypothesis 1: </a:t>
            </a:r>
            <a:r>
              <a:rPr lang="en-US" dirty="0"/>
              <a:t>The more square feet and/or square lot the location has the higher the price.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EF6D4-262B-FB9C-93F4-5628A4093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82526" y="2505075"/>
            <a:ext cx="2772862" cy="3684588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9" name="Inhaltsplatzhalter 8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06E51AC4-3202-62A3-C775-624FD75BB8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05" y="2505075"/>
            <a:ext cx="7421963" cy="3684588"/>
          </a:xfrm>
        </p:spPr>
      </p:pic>
    </p:spTree>
    <p:extLst>
      <p:ext uri="{BB962C8B-B14F-4D97-AF65-F5344CB8AC3E}">
        <p14:creationId xmlns:p14="http://schemas.microsoft.com/office/powerpoint/2010/main" val="2091510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BF0CD-BE3D-9267-722D-D370E0B6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A329DF-91F2-3B97-379D-11E54873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r>
              <a:rPr lang="de-DE" dirty="0"/>
              <a:t>Hypothesis 2: </a:t>
            </a:r>
            <a:r>
              <a:rPr lang="en-US" dirty="0"/>
              <a:t>There is at least one variable which has a bigger impact on the price than the others.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EF6D4-262B-FB9C-93F4-5628A4093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82526" y="2505075"/>
            <a:ext cx="2772862" cy="3684588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9" name="Inhaltsplatzhalter 8" descr="Ein Bild, das Text, Screenshot, Quadrat, Muster enthält.&#10;&#10;KI-generierte Inhalte können fehlerhaft sein.">
            <a:extLst>
              <a:ext uri="{FF2B5EF4-FFF2-40B4-BE49-F238E27FC236}">
                <a16:creationId xmlns:a16="http://schemas.microsoft.com/office/drawing/2014/main" id="{4C95F22F-7052-8C26-9FA7-B9493CF3C9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04" y="2505075"/>
            <a:ext cx="4793154" cy="3684588"/>
          </a:xfrm>
        </p:spPr>
      </p:pic>
    </p:spTree>
    <p:extLst>
      <p:ext uri="{BB962C8B-B14F-4D97-AF65-F5344CB8AC3E}">
        <p14:creationId xmlns:p14="http://schemas.microsoft.com/office/powerpoint/2010/main" val="32703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BF0CD-BE3D-9267-722D-D370E0B6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A329DF-91F2-3B97-379D-11E54873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r>
              <a:rPr lang="de-DE" dirty="0"/>
              <a:t>Hypothesis 2: </a:t>
            </a:r>
            <a:r>
              <a:rPr lang="en-US" dirty="0"/>
              <a:t>There is at least one variable which has a bigger impact on the price than the others.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EF6D4-262B-FB9C-93F4-5628A4093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82526" y="2505075"/>
            <a:ext cx="2772862" cy="3684588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8" name="Inhaltsplatzhalter 7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75C9A6D-04F4-9346-4FCB-90B99153C5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24" y="2505075"/>
            <a:ext cx="7279091" cy="3684588"/>
          </a:xfrm>
        </p:spPr>
      </p:pic>
    </p:spTree>
    <p:extLst>
      <p:ext uri="{BB962C8B-B14F-4D97-AF65-F5344CB8AC3E}">
        <p14:creationId xmlns:p14="http://schemas.microsoft.com/office/powerpoint/2010/main" val="2951297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BF0CD-BE3D-9267-722D-D370E0B6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A329DF-91F2-3B97-379D-11E54873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 anchor="t">
            <a:normAutofit/>
          </a:bodyPr>
          <a:lstStyle/>
          <a:p>
            <a:r>
              <a:rPr lang="de-DE" dirty="0"/>
              <a:t>Hypothesis 3: </a:t>
            </a:r>
            <a:r>
              <a:rPr lang="en-US" dirty="0"/>
              <a:t>The price for a house is lower in the first half of a year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EF6D4-262B-FB9C-93F4-5628A4093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82526" y="2505075"/>
            <a:ext cx="2772862" cy="3684588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9" name="Inhaltsplatzhalter 8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73587B8A-5104-99AB-5F59-EAFD5D5D47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27454"/>
            <a:ext cx="7149180" cy="3639830"/>
          </a:xfrm>
        </p:spPr>
      </p:pic>
    </p:spTree>
    <p:extLst>
      <p:ext uri="{BB962C8B-B14F-4D97-AF65-F5344CB8AC3E}">
        <p14:creationId xmlns:p14="http://schemas.microsoft.com/office/powerpoint/2010/main" val="246434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BF0CD-BE3D-9267-722D-D370E0B6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Recommendation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A329DF-91F2-3B97-379D-11E548739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 anchor="t">
            <a:normAutofit/>
          </a:bodyPr>
          <a:lstStyle/>
          <a:p>
            <a:r>
              <a:rPr lang="de-DE" dirty="0"/>
              <a:t>Hypothesis 3: </a:t>
            </a:r>
            <a:r>
              <a:rPr lang="en-US" dirty="0"/>
              <a:t>The price for a house is lower in the first half of a year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EF6D4-262B-FB9C-93F4-5628A4093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82526" y="2505075"/>
            <a:ext cx="2772862" cy="3684588"/>
          </a:xfrm>
        </p:spPr>
        <p:txBody>
          <a:bodyPr/>
          <a:lstStyle/>
          <a:p>
            <a:r>
              <a:rPr lang="en-US" sz="2400" b="1" dirty="0"/>
              <a:t>98188 is the cheapest zip code in Seattle</a:t>
            </a:r>
          </a:p>
          <a:p>
            <a:endParaRPr lang="de-DE" dirty="0"/>
          </a:p>
        </p:txBody>
      </p:sp>
      <p:pic>
        <p:nvPicPr>
          <p:cNvPr id="8" name="Inhaltsplatzhalter 7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683AFFA5-F636-7258-C540-067BC158D4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10064"/>
            <a:ext cx="7534191" cy="3674610"/>
          </a:xfrm>
        </p:spPr>
      </p:pic>
    </p:spTree>
    <p:extLst>
      <p:ext uri="{BB962C8B-B14F-4D97-AF65-F5344CB8AC3E}">
        <p14:creationId xmlns:p14="http://schemas.microsoft.com/office/powerpoint/2010/main" val="2869724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00DCF27-AC54-2EC6-793B-6108B2AD3355}"/>
              </a:ext>
            </a:extLst>
          </p:cNvPr>
          <p:cNvSpPr txBox="1"/>
          <p:nvPr/>
        </p:nvSpPr>
        <p:spPr>
          <a:xfrm>
            <a:off x="882316" y="994611"/>
            <a:ext cx="8133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 err="1"/>
              <a:t>Thanks</a:t>
            </a:r>
            <a:r>
              <a:rPr lang="de-DE" sz="5400" dirty="0"/>
              <a:t> </a:t>
            </a:r>
            <a:r>
              <a:rPr lang="de-DE" sz="5400" dirty="0" err="1"/>
              <a:t>for</a:t>
            </a:r>
            <a:r>
              <a:rPr lang="de-DE" sz="5400" dirty="0"/>
              <a:t> </a:t>
            </a:r>
            <a:r>
              <a:rPr lang="de-DE" sz="5400" dirty="0" err="1"/>
              <a:t>your</a:t>
            </a:r>
            <a:r>
              <a:rPr lang="de-DE" sz="5400" dirty="0"/>
              <a:t> </a:t>
            </a:r>
            <a:r>
              <a:rPr lang="de-DE" sz="5400" dirty="0" err="1"/>
              <a:t>attention</a:t>
            </a:r>
            <a:endParaRPr lang="de-DE" sz="5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D6C9CE0-C766-0AA0-F533-EF17729A0D3E}"/>
              </a:ext>
            </a:extLst>
          </p:cNvPr>
          <p:cNvSpPr txBox="1"/>
          <p:nvPr/>
        </p:nvSpPr>
        <p:spPr>
          <a:xfrm>
            <a:off x="882316" y="2659559"/>
            <a:ext cx="76360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 err="1"/>
              <a:t>We</a:t>
            </a:r>
            <a:r>
              <a:rPr lang="de-DE" sz="4400" dirty="0"/>
              <a:t> </a:t>
            </a:r>
            <a:r>
              <a:rPr lang="de-DE" sz="4400" dirty="0" err="1"/>
              <a:t>wish</a:t>
            </a:r>
            <a:r>
              <a:rPr lang="de-DE" sz="4400" dirty="0"/>
              <a:t> Nicole all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best</a:t>
            </a:r>
            <a:r>
              <a:rPr lang="de-DE" sz="4400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178308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Breitbild</PresentationFormat>
  <Paragraphs>50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</vt:lpstr>
      <vt:lpstr>King County Housing Data and Insights of customer services</vt:lpstr>
      <vt:lpstr>Table of contents</vt:lpstr>
      <vt:lpstr>Nicole Johnson</vt:lpstr>
      <vt:lpstr>Dataset</vt:lpstr>
      <vt:lpstr>Filtering the central neighborhood by zip code</vt:lpstr>
      <vt:lpstr>Data cleaning</vt:lpstr>
      <vt:lpstr>Hypothesis</vt:lpstr>
      <vt:lpstr>Hypothesis</vt:lpstr>
      <vt:lpstr>Hypothesis</vt:lpstr>
      <vt:lpstr>Hypothesis</vt:lpstr>
      <vt:lpstr>Hypothesis</vt:lpstr>
      <vt:lpstr>Hypothesis</vt:lpstr>
      <vt:lpstr>Recommendation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leberinho leberinho</dc:creator>
  <cp:lastModifiedBy>leberinho leberinho</cp:lastModifiedBy>
  <cp:revision>7</cp:revision>
  <dcterms:created xsi:type="dcterms:W3CDTF">2026-03-06T10:10:24Z</dcterms:created>
  <dcterms:modified xsi:type="dcterms:W3CDTF">2026-03-06T11:01:05Z</dcterms:modified>
</cp:coreProperties>
</file>